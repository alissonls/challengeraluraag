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00" cy="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Guia de Onboarding e Comunicação Interna</a:t>
            </a:r>
          </a:p>
          <a:p>
            <a:r>
              <a:t>Categoria: Comunicação Interna</a:t>
            </a:r>
          </a:p>
          <a:p>
            <a:r>
              <a:t>Bem-vindo à equipe! Nosso canal oficial de comunicação é o Slack e as reuniões gerais acontecem semanalmente às terças-feiras às 09:00.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